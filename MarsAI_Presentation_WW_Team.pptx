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17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rsai-six.vercel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3D1500"/>
          </a:solidFill>
          <a:ln w="12700">
            <a:solidFill>
              <a:srgbClr val="3D1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6583680" y="-822960"/>
            <a:ext cx="3383280" cy="3383280"/>
          </a:xfrm>
          <a:prstGeom prst="ellipse">
            <a:avLst/>
          </a:prstGeom>
          <a:solidFill>
            <a:srgbClr val="5C2200"/>
          </a:solidFill>
          <a:ln w="12700">
            <a:solidFill>
              <a:srgbClr val="5C22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949440" y="-457200"/>
            <a:ext cx="2560320" cy="256032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645920" y="7315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2926080" y="18288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822960" y="13716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114800" y="54864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920240" y="192024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5669280" y="18288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3474720" y="27432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4572000" y="384048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7772400" y="34747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8686800" y="22860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5720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MARSAI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457200" y="1463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AI-приоритизация данных для космических миссий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2148840"/>
            <a:ext cx="196596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45720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 ГБ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в день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2148840"/>
            <a:ext cx="196596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260604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 МБ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60604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 Землю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196596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475488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мин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75488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сигнала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2148840"/>
            <a:ext cx="196596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690372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ML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0372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в системе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5303520" cy="502920"/>
          </a:xfrm>
          <a:prstGeom prst="rect">
            <a:avLst/>
          </a:prstGeom>
          <a:solidFill>
            <a:srgbClr val="131C2E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457200" y="3383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marsai-six.vercel.app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Нұрахмет И. · Нұрсезім Б. · Жания Қ. · Дәулет Қ.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" y="4800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Mission Active — Sol 847  ·  Jezero Crater  ·  Perseverance Rover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пропускной способности глубокого космоса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01752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СОБИРАЕТСЯ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 ГБ данных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каждый день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собирает изображения, химические данные, атмосферные и сейсмические показания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3017520"/>
          </a:xfrm>
          <a:prstGeom prst="rect">
            <a:avLst/>
          </a:prstGeom>
          <a:solidFill>
            <a:srgbClr val="1A2233"/>
          </a:solidFill>
          <a:ln w="12700">
            <a:solidFill>
              <a:srgbClr val="E74C3C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338328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ПРОБКА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10% данных может быть передано. 90% пропускной способности уходит на малоценные данные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3017520"/>
          </a:xfrm>
          <a:prstGeom prst="rect">
            <a:avLst/>
          </a:prstGeom>
          <a:solidFill>
            <a:srgbClr val="1A2233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ПЕРЕДАЁТСЯ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 МБ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 Землю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сигнала 3–22 минуты. Учёные не могут управлять в реальном времени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3D0A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Критические открытия — метановые пики, биосигнатуры — могут никогда не достичь Земли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MarsAI — ИИ-учёный на борту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0876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886968" y="1481328"/>
            <a:ext cx="640080" cy="64008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886968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сенсоров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2569464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2148840" y="1371600"/>
            <a:ext cx="150876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C8B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2578608" y="1481328"/>
            <a:ext cx="640080" cy="640080"/>
          </a:xfrm>
          <a:prstGeom prst="ellipse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2578608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21992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21992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9464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3840480" y="1371600"/>
            <a:ext cx="150876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270248" y="1481328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270248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13632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13632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569464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5532120" y="1371600"/>
            <a:ext cx="150876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5961888" y="1481328"/>
            <a:ext cx="640080" cy="6400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5961888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05272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+ LinReg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05272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2569464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7223760" y="1371600"/>
            <a:ext cx="150876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7653528" y="1481328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7653528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96912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64008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КРИТИЧЕСКИЙ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69748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ОТПРАВКА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ОЧЕРЕДЬ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1228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ОЖИДАНИЕ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B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ТЕХНОЛОГИИ ИИ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ML-моделей в каскадном конвейере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1444752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11480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48640" y="1307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IsolationForest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819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208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 на реальных данных NASA MEDA (sols 1–847). Определяет аномалии: температура, давление, радиация, химия.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114800" cy="1444752"/>
          </a:xfrm>
          <a:prstGeom prst="rect">
            <a:avLst/>
          </a:prstGeom>
          <a:solidFill>
            <a:srgbClr val="1A2233"/>
          </a:solidFill>
          <a:ln w="12700">
            <a:solidFill>
              <a:srgbClr val="C8B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4114800" cy="54864"/>
          </a:xfrm>
          <a:prstGeom prst="rect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892040" y="1307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Sentence Transformer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819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0208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анализ файлов. Понимает контекст: «метановый пик», «биосигнатура» — каждой миссии свои приоритеты.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4114800" cy="1444752"/>
          </a:xfrm>
          <a:prstGeom prst="rect">
            <a:avLst/>
          </a:prstGeom>
          <a:solidFill>
            <a:srgbClr val="1A2233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57200" y="2807208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4864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0815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CLIP Vision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openai/clip-vit-base-patch32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5935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изображений (~290 МБ). Оценивает научную ценность по mission-specific промптам. clip_score: 0–1.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807208"/>
            <a:ext cx="4114800" cy="1444752"/>
          </a:xfrm>
          <a:prstGeom prst="rect">
            <a:avLst/>
          </a:prstGeom>
          <a:solidFill>
            <a:srgbClr val="1A2233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4800600" y="2807208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489204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30815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 + LinReg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3392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ensemble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5935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пропускной способности: 60% EMA + 40% Linear Regression. При волатильности → исторический mean.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07408"/>
            <a:ext cx="8458200" cy="594360"/>
          </a:xfrm>
          <a:prstGeom prst="rect">
            <a:avLst/>
          </a:prstGeom>
          <a:solidFill>
            <a:srgbClr val="1A2233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457200" y="4407408"/>
            <a:ext cx="8458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548640" y="44074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  ·  15 признаков  ·  10 000 обучающих примеров  ·  Точность ~92%  ·  F1 ~91%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МИССИИ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архитектура — любая миссия. Меняй параметры, система сама адаптируется.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84248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— Jezero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Задержка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89888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3–22 мин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Скорость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0.5–6 Mbps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33467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Данные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89888" y="33467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ГБ/день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6941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Барьер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89888" y="3694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4256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+ Queued только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24328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2624328" y="1280160"/>
            <a:ext cx="198424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2624328" y="137160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670048" y="190195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LEO SAT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70048" y="22860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орбита Земли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97480" y="2651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Задержка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57016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мс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Скорость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57016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10–150 Mbps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33467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Данные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57016" y="33467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ГБ/день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36941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Барьер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57016" y="3694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связи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70048" y="44256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приоритеты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91456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C8B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4791456" y="1280160"/>
            <a:ext cx="1984248" cy="54864"/>
          </a:xfrm>
          <a:prstGeom prst="rect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791456" y="137160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837176" y="190195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B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37176" y="22860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— Южный полюс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2651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Задержка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24144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сек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Скорость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24144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1–20 Mbps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64608" y="33467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Данные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24144" y="33467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МБ/день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36941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Барьер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24144" y="3694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Пропускная способность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37176" y="44256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приоритеты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58584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9" name="Shape 47"/>
          <p:cNvSpPr/>
          <p:nvPr/>
        </p:nvSpPr>
        <p:spPr>
          <a:xfrm>
            <a:off x="6958584" y="1280160"/>
            <a:ext cx="1984248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8"/>
          <p:cNvSpPr/>
          <p:nvPr/>
        </p:nvSpPr>
        <p:spPr>
          <a:xfrm>
            <a:off x="6958584" y="137160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004304" y="190195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04304" y="22860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Voyager-класс — 20+ а.е.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31736" y="2651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Задержка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91272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1–8 часов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31736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Скорость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891272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0.001–0.08 Mbps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31736" y="33467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Данные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91272" y="33467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МБ/день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031736" y="36941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Барьер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891272" y="3694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Бесконечное расстояние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004304" y="44256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только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Глобальная потребность в интеллектуальных космических коммуникациях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20040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" y="1491149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$546B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65960" y="13898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мирового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космического рынка к 2030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20040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25780" y="26700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5,500+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65960" y="257860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Спутников 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орбите сейчас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200400" cy="1005840"/>
          </a:xfrm>
          <a:prstGeom prst="rect">
            <a:avLst/>
          </a:prstGeom>
          <a:solidFill>
            <a:srgbClr val="1A2233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48640" y="37307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965960" y="37673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эффективности передачи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1234440"/>
            <a:ext cx="4937760" cy="3611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02336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ЦЕЛЕВЫЕ РЫНКИ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1828800"/>
            <a:ext cx="4114800" cy="34747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11480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Весь рынок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19456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  ·  Управление космическими данными и ПО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2834640"/>
            <a:ext cx="2926080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Досягаемый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20040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  ·  AI-решения для телеметрии и передачи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3840480"/>
            <a:ext cx="18288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11480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Реальный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20624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  ·  Агентства и операторы, год 1–3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драйверы: коммерциализация космоса · рост числа спутников · глубокие миссии NASA/ESA/JAXA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MarsAI уникален — конкурентов прямой аналогии нет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82880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1024128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377440" y="12801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Автономность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93008" y="1280160"/>
            <a:ext cx="1024128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493008" y="12801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1280160"/>
            <a:ext cx="1024128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608576" y="12801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Мультимиссия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24144" y="1280160"/>
            <a:ext cx="1024128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724144" y="12801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данные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39712" y="1280160"/>
            <a:ext cx="1024128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839712" y="12801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55280" y="1280160"/>
            <a:ext cx="1024128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955280" y="12801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719072"/>
            <a:ext cx="1828800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57200" y="17190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77440" y="1719072"/>
            <a:ext cx="1024128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2377440" y="171907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493008" y="1719072"/>
            <a:ext cx="1024128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3493008" y="171907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08576" y="1719072"/>
            <a:ext cx="1024128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4608576" y="171907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724144" y="1719072"/>
            <a:ext cx="1024128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5724144" y="171907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39712" y="1719072"/>
            <a:ext cx="1024128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6839712" y="171907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955280" y="1719072"/>
            <a:ext cx="1024128" cy="530352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7955280" y="171907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2340864"/>
            <a:ext cx="1828800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457200" y="23408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CFDP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377440" y="2340864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2377440" y="234086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493008" y="2340864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3493008" y="234086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608576" y="2340864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4608576" y="234086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724144" y="2340864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5724144" y="234086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839712" y="2340864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6839712" y="234086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955280" y="2340864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7955280" y="2340864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57200" y="2962656"/>
            <a:ext cx="1828800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457200" y="29626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Ground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377440" y="2962656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9"/>
          <p:cNvSpPr/>
          <p:nvPr/>
        </p:nvSpPr>
        <p:spPr>
          <a:xfrm>
            <a:off x="2377440" y="296265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493008" y="2962656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1"/>
          <p:cNvSpPr/>
          <p:nvPr/>
        </p:nvSpPr>
        <p:spPr>
          <a:xfrm>
            <a:off x="3493008" y="296265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608576" y="2962656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53"/>
          <p:cNvSpPr/>
          <p:nvPr/>
        </p:nvSpPr>
        <p:spPr>
          <a:xfrm>
            <a:off x="4608576" y="296265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24144" y="2962656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5"/>
          <p:cNvSpPr/>
          <p:nvPr/>
        </p:nvSpPr>
        <p:spPr>
          <a:xfrm>
            <a:off x="5724144" y="296265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839712" y="2962656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6839712" y="296265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955280" y="2962656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59"/>
          <p:cNvSpPr/>
          <p:nvPr/>
        </p:nvSpPr>
        <p:spPr>
          <a:xfrm>
            <a:off x="7955280" y="296265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57200" y="3584448"/>
            <a:ext cx="1828800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Text 61"/>
          <p:cNvSpPr/>
          <p:nvPr/>
        </p:nvSpPr>
        <p:spPr>
          <a:xfrm>
            <a:off x="457200" y="35844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отбор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377440" y="3584448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5" name="Text 63"/>
          <p:cNvSpPr/>
          <p:nvPr/>
        </p:nvSpPr>
        <p:spPr>
          <a:xfrm>
            <a:off x="2377440" y="358444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3493008" y="3584448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Text 65"/>
          <p:cNvSpPr/>
          <p:nvPr/>
        </p:nvSpPr>
        <p:spPr>
          <a:xfrm>
            <a:off x="3493008" y="358444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4608576" y="3584448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Text 67"/>
          <p:cNvSpPr/>
          <p:nvPr/>
        </p:nvSpPr>
        <p:spPr>
          <a:xfrm>
            <a:off x="4608576" y="358444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5724144" y="3584448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Text 69"/>
          <p:cNvSpPr/>
          <p:nvPr/>
        </p:nvSpPr>
        <p:spPr>
          <a:xfrm>
            <a:off x="5724144" y="358444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6839712" y="3584448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Text 71"/>
          <p:cNvSpPr/>
          <p:nvPr/>
        </p:nvSpPr>
        <p:spPr>
          <a:xfrm>
            <a:off x="6839712" y="358444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7955280" y="3584448"/>
            <a:ext cx="1024128" cy="530352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Text 73"/>
          <p:cNvSpPr/>
          <p:nvPr/>
        </p:nvSpPr>
        <p:spPr>
          <a:xfrm>
            <a:off x="7955280" y="358444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457200" y="4343400"/>
            <a:ext cx="8412480" cy="594360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Text 75"/>
          <p:cNvSpPr/>
          <p:nvPr/>
        </p:nvSpPr>
        <p:spPr>
          <a:xfrm>
            <a:off x="54864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MarsAI — единственное решение, объединяющее все 6 ключевых характеристик в одной системе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БИЗНЕС-МОДЕЛЬ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SaaS (государственные агентства) + B2B (коммерческие операторы)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$50,000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 / миссия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· ESA · ISRO · JAXA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2468880" cy="1828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Полный ML-конвейер (5 моделей)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02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Кастомизация профиля миссии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31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Техподдержка + SLA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Бортовой деплой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462272"/>
            <a:ext cx="1920240" cy="23774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822960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1325880"/>
            <a:ext cx="2651760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310128" y="132588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401568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01568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$10,000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01568" y="2587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 / оператор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Labs · Maxar · Starlink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01568" y="3108960"/>
            <a:ext cx="2468880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3401568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API-интеграция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3502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Оплата по числу файлов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01568" y="3831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Облачный деплой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4160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Стандартная поддержка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75888" y="4462272"/>
            <a:ext cx="19202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3675888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рост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63056" y="1325880"/>
            <a:ext cx="2651760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6163056" y="132588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6254496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54496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254496" y="2587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54496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Университеты · CubeSat · Стартапы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3108960"/>
            <a:ext cx="2468880" cy="182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40"/>
          <p:cNvSpPr/>
          <p:nvPr/>
        </p:nvSpPr>
        <p:spPr>
          <a:xfrm>
            <a:off x="6254496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Базовый функционал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3502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Академическая лицензия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4496" y="3831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Community-поддержка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54496" y="4160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Открытые данные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28816" y="4462272"/>
            <a:ext cx="192024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6528816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663440"/>
            <a:ext cx="8412480" cy="320040"/>
          </a:xfrm>
          <a:prstGeom prst="rect">
            <a:avLst/>
          </a:prstGeom>
          <a:solidFill>
            <a:srgbClr val="1A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45720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год 1: 1 Agency + 5 Commercial + 20 Research = ~$160,000  →  Цель: $1M+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B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Түркістан, Қазақстан  ·  AEROO Space AI Competition 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987552" y="1417320"/>
            <a:ext cx="914400" cy="91440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987552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Нұрахмет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Ілесбай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ML-инженер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1618488" cy="18288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66928" y="3401568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ML-конвейер архитектура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78561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IsolationForest &amp; RandomForest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4169664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Системная интеграция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24328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914400" cy="91440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31546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670048" y="2423160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Нұрсезім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Бұйрабай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70048" y="29992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Капитан команды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07208" y="3310128"/>
            <a:ext cx="1618488" cy="182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2734056" y="3401568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Сбор данных NASA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34056" y="378561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PDF &amp; CSV парсинг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34056" y="4169664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Подготовка датасетов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91456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5321808" y="141732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5321808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Қ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837176" y="2423160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Жания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Қыдырбек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37176" y="29992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74336" y="3310128"/>
            <a:ext cx="1618488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4901184" y="3401568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Next.js 14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1184" y="378561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Canvas-анимация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01184" y="4169664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Vercel деплой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58584" y="1280160"/>
            <a:ext cx="1984248" cy="3520440"/>
          </a:xfrm>
          <a:prstGeom prst="rect">
            <a:avLst/>
          </a:prstGeom>
          <a:solidFill>
            <a:srgbClr val="131C2E"/>
          </a:solidFill>
          <a:ln w="12700">
            <a:solidFill>
              <a:srgbClr val="C8B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4" name="Shape 32"/>
          <p:cNvSpPr/>
          <p:nvPr/>
        </p:nvSpPr>
        <p:spPr>
          <a:xfrm>
            <a:off x="7488936" y="1417320"/>
            <a:ext cx="914400" cy="914400"/>
          </a:xfrm>
          <a:prstGeom prst="ellipse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7488936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Қ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004304" y="2423160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Дәулет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Құралбек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04304" y="29992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41464" y="3310128"/>
            <a:ext cx="1618488" cy="18288"/>
          </a:xfrm>
          <a:prstGeom prst="rect">
            <a:avLst/>
          </a:prstGeom>
          <a:solidFill>
            <a:srgbClr val="C8B8FF"/>
          </a:solidFill>
          <a:ln w="12700">
            <a:solidFill>
              <a:srgbClr val="C8B8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7068312" y="3401568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Документация проекта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68312" y="378561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Dataset curation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68312" y="4169664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Исследовательская поддержка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1645920" y="82296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926080" y="18288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8229600" y="4572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8686800" y="18288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7772400" y="32004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8412480" y="41148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6858000" y="731520"/>
            <a:ext cx="2743200" cy="2743200"/>
          </a:xfrm>
          <a:prstGeom prst="ellipse">
            <a:avLst/>
          </a:prstGeom>
          <a:solidFill>
            <a:srgbClr val="3D1500"/>
          </a:solidFill>
          <a:ln w="12700">
            <a:solidFill>
              <a:srgbClr val="3D1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7223760" y="1005840"/>
            <a:ext cx="2011680" cy="201168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57200" y="256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08760" y="301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" y="1188720"/>
            <a:ext cx="1965960" cy="28346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5720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" y="1719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Сейчас (MVP)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Next.js демо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560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ML-моделей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Реальные данные NASA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профиля миссии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1188720"/>
            <a:ext cx="1965960" cy="2834640"/>
          </a:xfrm>
          <a:prstGeom prst="rect">
            <a:avLst/>
          </a:prstGeom>
          <a:solidFill>
            <a:srgbClr val="131C2E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2606040" y="1188720"/>
            <a:ext cx="19659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260604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79192" y="1719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месяца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NASA API интеграция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2560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Автоматическая телеметрия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Мобильный Mission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9748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10+ профилей миссии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188720"/>
            <a:ext cx="1965960" cy="2834640"/>
          </a:xfrm>
          <a:prstGeom prst="rect">
            <a:avLst/>
          </a:prstGeom>
          <a:solidFill>
            <a:srgbClr val="131C2E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4754880" y="1261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🌌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828032" y="1719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год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Партнёрство ESA/JAXA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560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Реальный бортовой деплой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Федеративное обучение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Реальная ровер-миссия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187952"/>
            <a:ext cx="6217920" cy="713232"/>
          </a:xfrm>
          <a:prstGeom prst="rect">
            <a:avLst/>
          </a:prstGeom>
          <a:solidFill>
            <a:srgbClr val="3D0A00"/>
          </a:solidFill>
          <a:ln w="12700">
            <a:solidFill>
              <a:srgbClr val="FF45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Text 39">
            <a:hlinkClick r:id="rId3"/>
          </p:cNvPr>
          <p:cNvSpPr/>
          <p:nvPr/>
        </p:nvSpPr>
        <p:spPr>
          <a:xfrm>
            <a:off x="548640" y="42245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marsai-six.vercel.app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8640" y="4572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Попробуйте живое демо прямо сейчас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91440" y="48463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Mission Active — Sol 847  ·  AEROO Space AI Competition  ·  Түркістан, Қазақстан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866</Words>
  <Application>Microsoft Office PowerPoint</Application>
  <PresentationFormat>Экран (16:9)</PresentationFormat>
  <Paragraphs>285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MarsAI — AI-приоритизация данных для космических миссий</dc:title>
  <dc:subject>PptxGenJS Presentation</dc:subject>
  <dc:creator>PptxGenJS</dc:creator>
  <cp:lastModifiedBy>p 3p</cp:lastModifiedBy>
  <cp:revision>2</cp:revision>
  <dcterms:created xsi:type="dcterms:W3CDTF">2026-02-28T18:09:48Z</dcterms:created>
  <dcterms:modified xsi:type="dcterms:W3CDTF">2026-02-28T18:24:47Z</dcterms:modified>
</cp:coreProperties>
</file>